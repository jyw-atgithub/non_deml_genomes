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2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6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BDB3F-D4A1-7BF8-C38A-F7ECEDAEE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3B8B652-899C-F437-BE9D-928240F32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A5FB80-581F-03BD-718D-E48D19EC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AE3868-86F3-1861-1223-E5FD61501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76FC6-42AB-E9C8-20F4-59BF528C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765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B1C824-6755-A483-6C12-9FE46406D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2852D9-8F54-CD61-F8AB-78174DA37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5D1BF3-95F5-7B62-954B-6D140BC1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693B7E-838A-4B9A-49C3-C68C68A98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756DBC-1976-C9A1-34E2-0C0044CD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53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8F2F7A-9AB2-9F57-38AB-0EA9F0ED1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3DDF49-0E4E-1C7A-E7A8-72DF00761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AB0EA0-66AE-B7D5-18B5-D38C7F28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B5E2E9-CE6D-3871-618E-64F7D1AF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ABA5AC-2029-B7B0-2DF2-D77E595D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96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31EBDC-313B-FC74-F450-7BC52AA1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454040-18A5-48D7-212F-1A3D6224F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6D43D1E-9C8C-C23A-2AC2-F5AE2842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7E54DD-FB1B-F28B-6D4F-7BEFC78F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ADE272F-685D-FDEB-14BE-3EF4416F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B00671-38BE-707D-8472-527BDA6B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60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704086-815A-FA79-FD60-5A3560B7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4B1F8C-1D87-665E-9B74-55D01D138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EB9F38-E73A-300C-702D-87992E920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8DE475-71C7-F8C8-AFD2-5E2082E0B9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9849F3-2EE5-B3B2-6A5A-8FAFC36DE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8A6822B-7EC1-D5F4-4315-C51B6193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4A94795-6708-E1C9-2533-156E6D80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F3664C-3CB4-2F21-9CAE-EECE4154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61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713DA2-8E0B-E6BE-5E62-ACD082A28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12FF71A-CF9D-1780-95A4-6BC1932E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AED8968-C731-33D6-7A41-10368A32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F6CBDD-33EA-8C65-420F-2F312CFB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49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7B97330-114F-B1B3-D658-73659388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29D5AB-DD40-F973-62C9-D75EB43E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7BE686-1F93-F9C7-038A-98AA7B86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4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AD612C-F588-9E95-E6B9-742835027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E81AD1-FEB1-F521-E1D1-8D1C3D89F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584CD5-EB0C-ACED-D764-EB85B2507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7FF493-88E5-0E37-E417-49A58453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F6A886-EB9A-6A19-58C3-6A017F4E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873F28-2FA3-802C-0C83-175969CE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88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B51F8F-1DAD-B61F-0C81-195BC74F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7314F4-1D9F-8679-AD85-A11859EBFE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C36A3E-C51E-EB82-5AC9-2445F18C9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7BA710-D170-7303-6D29-4B7933C3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FD7A58-D89F-9BFD-A93F-5F3B17F1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0CE9E9-371C-90E6-AB3D-7E61025A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94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39ED4-42B8-A4BA-D1CB-9A8BC9E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29955-4CBC-810D-3195-53420522B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514715-9BFD-E922-BDB2-CCB8A55E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B5DEF4-BA79-30D6-5C91-1AE7C47F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3DB20F-947F-F7FF-37A1-00CDA3E6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7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54CE97A-1E53-EAB7-D18B-CE3C8F2FE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831C07-425B-F3F1-D503-CB8BBC94C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5CE1FE-170D-F6CF-1C06-BA821538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9DD49D-3FF3-291D-2EB1-55386049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FB6034-FFCB-B46C-A4BC-3A27CA26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54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AD4DED5-D318-9DCF-DA45-71F2901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1D66BF7-CEB1-B3A2-8A04-0D0AA72A3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551166-6974-414C-95A8-4132F7788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65D2F-D652-4F16-A2CB-DFCA73BC5379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235CD5-C8BD-851C-D590-689C0E4AD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58ECB5-FBF7-DD66-A048-55DB092C4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B0D50-4684-4A3C-A518-5DC47F7333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34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2304A7-E0A0-E936-A053-E237E5DCD5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Confirmation of telomeric TEs</a:t>
            </a:r>
            <a:endParaRPr lang="zh-TW" altLang="en-US" dirty="0"/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FDB12515-591E-426F-84BE-E5B7C7B19E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Jen-Yu Wang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1236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056C48-1CAB-516E-43C5-963720F0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Mainly 3 tracks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423CBE-EA68-CC0A-C2C1-96596828B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curated telomeric TE only from D. </a:t>
            </a:r>
            <a:r>
              <a:rPr lang="en-US" altLang="zh-TW" dirty="0" err="1"/>
              <a:t>pseudoobscura</a:t>
            </a:r>
            <a:r>
              <a:rPr lang="en-US" altLang="zh-TW" dirty="0"/>
              <a:t>, divergence &lt; 3%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curated telomeric TE only from D. </a:t>
            </a:r>
            <a:r>
              <a:rPr lang="en-US" altLang="zh-TW" dirty="0" err="1"/>
              <a:t>pseudoobscura</a:t>
            </a:r>
            <a:r>
              <a:rPr lang="en-US" altLang="zh-TW" dirty="0"/>
              <a:t> + D. </a:t>
            </a:r>
            <a:r>
              <a:rPr lang="en-US" altLang="zh-TW" dirty="0" err="1"/>
              <a:t>miranda</a:t>
            </a:r>
            <a:r>
              <a:rPr lang="en-US" altLang="zh-TW" dirty="0"/>
              <a:t> + D. </a:t>
            </a:r>
            <a:r>
              <a:rPr lang="en-US" altLang="zh-TW" dirty="0" err="1"/>
              <a:t>persimilis</a:t>
            </a:r>
            <a:r>
              <a:rPr lang="en-US" altLang="zh-TW" dirty="0"/>
              <a:t>, divergence &lt; 3%</a:t>
            </a:r>
            <a:endParaRPr lang="zh-TW" altLang="en-US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curated telomeric TE only from D. </a:t>
            </a:r>
            <a:r>
              <a:rPr lang="en-US" altLang="zh-TW" dirty="0" err="1"/>
              <a:t>pseudoobscura</a:t>
            </a:r>
            <a:r>
              <a:rPr lang="en-US" altLang="zh-TW" dirty="0"/>
              <a:t> + D. </a:t>
            </a:r>
            <a:r>
              <a:rPr lang="en-US" altLang="zh-TW" dirty="0" err="1"/>
              <a:t>miranda</a:t>
            </a:r>
            <a:r>
              <a:rPr lang="en-US" altLang="zh-TW" dirty="0"/>
              <a:t> + D. </a:t>
            </a:r>
            <a:r>
              <a:rPr lang="en-US" altLang="zh-TW" dirty="0" err="1"/>
              <a:t>persimilis</a:t>
            </a:r>
            <a:r>
              <a:rPr lang="en-US" altLang="zh-TW" dirty="0"/>
              <a:t>, divergence &lt; 10%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Additional 4</a:t>
            </a:r>
            <a:r>
              <a:rPr lang="en-US" altLang="zh-TW" baseline="30000" dirty="0"/>
              <a:t>th</a:t>
            </a:r>
            <a:r>
              <a:rPr lang="en-US" altLang="zh-TW" dirty="0"/>
              <a:t> track: curated telomeric TE only from D. </a:t>
            </a:r>
            <a:r>
              <a:rPr lang="en-US" altLang="zh-TW" dirty="0" err="1"/>
              <a:t>pseudoobscura</a:t>
            </a:r>
            <a:r>
              <a:rPr lang="en-US" altLang="zh-TW" dirty="0"/>
              <a:t>, no restriction on divergence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836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65C1B332-37FA-D07A-8169-E44C89FC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Overall distribution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4B3C0C0-E7BE-963F-1F7D-C191ED046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2450"/>
            <a:ext cx="121920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72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9578D41-9046-B68D-2FB2-DFC38D67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altLang="zh-TW" dirty="0"/>
              <a:t>Chromosome 2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F9B9B38-2E66-258C-B9F2-FA07C6C7E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"/>
          <a:stretch>
            <a:fillRect/>
          </a:stretch>
        </p:blipFill>
        <p:spPr>
          <a:xfrm>
            <a:off x="0" y="698500"/>
            <a:ext cx="12192000" cy="323707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835F9E9-58AF-515F-9688-A4BC8CE6F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0300"/>
            <a:ext cx="12192000" cy="31877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84BD682-75D1-DCBF-AF2A-A025A3C610F0}"/>
              </a:ext>
            </a:extLst>
          </p:cNvPr>
          <p:cNvSpPr txBox="1"/>
          <p:nvPr/>
        </p:nvSpPr>
        <p:spPr>
          <a:xfrm>
            <a:off x="185960" y="1769130"/>
            <a:ext cx="1055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Head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FF44612-A492-700E-1A92-AFAEEDC706A0}"/>
              </a:ext>
            </a:extLst>
          </p:cNvPr>
          <p:cNvSpPr txBox="1"/>
          <p:nvPr/>
        </p:nvSpPr>
        <p:spPr>
          <a:xfrm>
            <a:off x="185960" y="4433610"/>
            <a:ext cx="73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Tail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79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5D4E-BF07-C195-4A86-B6E87C90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9D65A17-AE51-6DC1-A0CD-67999B2D1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591"/>
            <a:ext cx="12192000" cy="32067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4AF4E1F-3863-47D6-5FC0-E571B343E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3396"/>
            <a:ext cx="12192000" cy="31877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EFB6D8AB-C28A-7FC0-16B1-A665927C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altLang="zh-TW" dirty="0"/>
              <a:t>Chromosome 3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2E9846B-1612-7C95-FB6A-ACE1D13CA1DA}"/>
              </a:ext>
            </a:extLst>
          </p:cNvPr>
          <p:cNvSpPr txBox="1"/>
          <p:nvPr/>
        </p:nvSpPr>
        <p:spPr>
          <a:xfrm>
            <a:off x="185960" y="1769130"/>
            <a:ext cx="1055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Head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8F2A3FE-06F3-55E7-ED91-0D9332C435F9}"/>
              </a:ext>
            </a:extLst>
          </p:cNvPr>
          <p:cNvSpPr txBox="1"/>
          <p:nvPr/>
        </p:nvSpPr>
        <p:spPr>
          <a:xfrm>
            <a:off x="185960" y="4433610"/>
            <a:ext cx="73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Tail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93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08D4-E08F-A7A1-92B7-2A4E86033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CD5EE90-26B4-D89E-5AAC-ADB7FBEFA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5741"/>
            <a:ext cx="12192000" cy="31877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DC83664-DC3B-CACC-DB9C-1A981536A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0626"/>
            <a:ext cx="12192000" cy="319405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85A34688-7363-55BC-5CCA-55E38B6D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altLang="zh-TW" dirty="0"/>
              <a:t>Chromosome 4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F1E001-5496-CD8E-3BD9-7C874358CBF3}"/>
              </a:ext>
            </a:extLst>
          </p:cNvPr>
          <p:cNvSpPr txBox="1"/>
          <p:nvPr/>
        </p:nvSpPr>
        <p:spPr>
          <a:xfrm>
            <a:off x="185960" y="1769130"/>
            <a:ext cx="1055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Head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2BE7269-6829-367D-8B78-C37A1A27AFB3}"/>
              </a:ext>
            </a:extLst>
          </p:cNvPr>
          <p:cNvSpPr txBox="1"/>
          <p:nvPr/>
        </p:nvSpPr>
        <p:spPr>
          <a:xfrm>
            <a:off x="185960" y="4433610"/>
            <a:ext cx="73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Tail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288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FED2F-9AAC-9EB2-0CEE-09D42ACE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63155DB-C395-FCC1-6FC5-3943A0961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18" y="706621"/>
            <a:ext cx="12192000" cy="34099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96217A1-3D54-7647-91BC-DFFAA99DB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" y="3633644"/>
            <a:ext cx="12192000" cy="31877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ACFC407F-123F-79E6-968C-596139C9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altLang="zh-TW" dirty="0"/>
              <a:t>Chromosome 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9DE5992-A120-E6AD-64C5-D12F72D205B0}"/>
              </a:ext>
            </a:extLst>
          </p:cNvPr>
          <p:cNvSpPr txBox="1"/>
          <p:nvPr/>
        </p:nvSpPr>
        <p:spPr>
          <a:xfrm>
            <a:off x="185960" y="1769130"/>
            <a:ext cx="1055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Head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776D080-2F7E-CDB5-C36A-410F9C1D4821}"/>
              </a:ext>
            </a:extLst>
          </p:cNvPr>
          <p:cNvSpPr txBox="1"/>
          <p:nvPr/>
        </p:nvSpPr>
        <p:spPr>
          <a:xfrm>
            <a:off x="185960" y="4433610"/>
            <a:ext cx="73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Tail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23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A6DDC-4CB7-C8F5-FE77-C551ACC6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8D6D80-7F03-DB41-DD85-B65E3F6B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altLang="zh-TW" dirty="0"/>
              <a:t>Chromosome 2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F73F664-8174-18F6-6039-490F21165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"/>
          <a:stretch>
            <a:fillRect/>
          </a:stretch>
        </p:blipFill>
        <p:spPr>
          <a:xfrm>
            <a:off x="0" y="698500"/>
            <a:ext cx="12192000" cy="323707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D5DF69B-9F08-0822-8E76-9B0C8D019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0300"/>
            <a:ext cx="12192000" cy="31877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C8FC7F6-B070-707A-AF06-7E71404DF3F4}"/>
              </a:ext>
            </a:extLst>
          </p:cNvPr>
          <p:cNvSpPr txBox="1"/>
          <p:nvPr/>
        </p:nvSpPr>
        <p:spPr>
          <a:xfrm>
            <a:off x="185960" y="1769130"/>
            <a:ext cx="1055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Head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EC79332-C5D5-129C-8885-76843592810C}"/>
              </a:ext>
            </a:extLst>
          </p:cNvPr>
          <p:cNvSpPr txBox="1"/>
          <p:nvPr/>
        </p:nvSpPr>
        <p:spPr>
          <a:xfrm>
            <a:off x="185960" y="4433610"/>
            <a:ext cx="73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Tail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4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244B6-6C70-A29B-DB68-DF3F2C63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B266E04-4AB4-152A-2A3C-86B460667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555"/>
            <a:ext cx="12192000" cy="3327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8739995-9893-37C2-8657-C07E8A216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0300"/>
            <a:ext cx="12192000" cy="31877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C068BEB9-28F4-DDB0-F2B9-5FA84E60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altLang="zh-TW" dirty="0"/>
              <a:t>Chromosome X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308427-1B8F-E69B-8A79-15701DEE50D9}"/>
              </a:ext>
            </a:extLst>
          </p:cNvPr>
          <p:cNvSpPr txBox="1"/>
          <p:nvPr/>
        </p:nvSpPr>
        <p:spPr>
          <a:xfrm>
            <a:off x="185960" y="1769130"/>
            <a:ext cx="1055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Head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F7F4866-7727-ED9F-593E-CDFE32EFCD8C}"/>
              </a:ext>
            </a:extLst>
          </p:cNvPr>
          <p:cNvSpPr txBox="1"/>
          <p:nvPr/>
        </p:nvSpPr>
        <p:spPr>
          <a:xfrm>
            <a:off x="185960" y="4433610"/>
            <a:ext cx="73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Tail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799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46E1-9160-3C19-A9D9-0E59AB48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AF58524-A7BD-F3AE-C258-6D4EE8745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315"/>
            <a:ext cx="12192000" cy="34861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9B5DB6D-CA65-C32E-E3C5-D26FDF831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6505"/>
            <a:ext cx="12192000" cy="325755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769FB01A-7013-1D11-2080-EC6A9CC6E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r>
              <a:rPr lang="en-US" altLang="zh-TW" dirty="0"/>
              <a:t>Chromosome Y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ADA7645-4345-8C98-952D-917474E9BC5A}"/>
              </a:ext>
            </a:extLst>
          </p:cNvPr>
          <p:cNvSpPr txBox="1"/>
          <p:nvPr/>
        </p:nvSpPr>
        <p:spPr>
          <a:xfrm>
            <a:off x="185960" y="1769130"/>
            <a:ext cx="1055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Head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1E09036-90FC-0183-E173-02EF96038652}"/>
              </a:ext>
            </a:extLst>
          </p:cNvPr>
          <p:cNvSpPr txBox="1"/>
          <p:nvPr/>
        </p:nvSpPr>
        <p:spPr>
          <a:xfrm>
            <a:off x="185960" y="4433610"/>
            <a:ext cx="739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2"/>
                </a:solidFill>
              </a:rPr>
              <a:t>Tail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488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1EA616-FF2E-FBB8-9E5F-3E3E02EB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Head of Chromosome Y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EF7A54-87A8-3E2D-33D0-7D1AE29A2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12192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485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115</Words>
  <Application>Microsoft Office PowerPoint</Application>
  <PresentationFormat>寬螢幕</PresentationFormat>
  <Paragraphs>33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佈景主題</vt:lpstr>
      <vt:lpstr>Confirmation of telomeric TEs</vt:lpstr>
      <vt:lpstr>Mainly 3 tracks</vt:lpstr>
      <vt:lpstr>Overall distribution</vt:lpstr>
      <vt:lpstr>Chromosome 2</vt:lpstr>
      <vt:lpstr>Chromosome 3</vt:lpstr>
      <vt:lpstr>Chromosome 4</vt:lpstr>
      <vt:lpstr>Chromosome 5</vt:lpstr>
      <vt:lpstr>Chromosome 2</vt:lpstr>
      <vt:lpstr>Chromosome X</vt:lpstr>
      <vt:lpstr>Chromosome Y</vt:lpstr>
      <vt:lpstr>Head of Chromosome 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Jen-Yu Wang</dc:creator>
  <cp:lastModifiedBy>Jen-Yu Wang</cp:lastModifiedBy>
  <cp:revision>1</cp:revision>
  <dcterms:created xsi:type="dcterms:W3CDTF">2026-09-09T00:48:36Z</dcterms:created>
  <dcterms:modified xsi:type="dcterms:W3CDTF">2026-09-09T00:58:21Z</dcterms:modified>
</cp:coreProperties>
</file>